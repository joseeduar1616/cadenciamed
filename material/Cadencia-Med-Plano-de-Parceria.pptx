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2863191"/>
            <a:ext cx="9270086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PROPOSTA PARA CRIADORES DE CONTEÚDO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3202966"/>
            <a:ext cx="5561929" cy="94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</a:t>
            </a:r>
            <a:endParaRPr lang="en-US" sz="3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35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45D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56BB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66A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7792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877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986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spc="-85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4318433"/>
            <a:ext cx="3707850" cy="904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Cadência Med é um painel de estudos para quem se prepara para a residência médica. Este material explica o que ela faz, para quem serve e como funciona a parceria com quem tem audiência na área.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5572458"/>
            <a:ext cx="967784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spc="128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CADENCIAMED.COM.BR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47998" y="7157031"/>
            <a:ext cx="149951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SUPORTE@CADENCIAMED.COM</a:t>
            </a:r>
            <a:endParaRPr lang="en-US" sz="640" dirty="0"/>
          </a:p>
        </p:txBody>
      </p:sp>
      <p:sp>
        <p:nvSpPr>
          <p:cNvPr id="8" name="Text 5"/>
          <p:cNvSpPr txBox="1"/>
          <p:nvPr/>
        </p:nvSpPr>
        <p:spPr>
          <a:xfrm>
            <a:off x="8904536" y="7157031"/>
            <a:ext cx="117361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CADENCIAMED.COM.BR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204729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O PRODUTO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1970967"/>
            <a:ext cx="3930432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PAINEL SÓ,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LUGAR DE SEIS ABAS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687425"/>
            <a:ext cx="3893335" cy="1109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estuda para residência hoje usa uma planilha para o cronograma, um caderno para a revisão, o Anki para os cartões, um cronômetro no celular e um grupo no WhatsApp para não desanimar. A Cadência junta isso num painel que sabe o que você já fez.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678" y="394904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3949041"/>
            <a:ext cx="348557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cronograma vem pronto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9897" y="4151745"/>
            <a:ext cx="3485576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aulas e 213 tópicos divididos nas cinco áreas da prova, prontos para marcar no primeiro acesso.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643678" y="4641241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4641241"/>
            <a:ext cx="348557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revisão volta sozinha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9897" y="4843945"/>
            <a:ext cx="3485576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aula marcada entra numa escada espaçada, e o que vence aparece no dia.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43678" y="533344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5333440"/>
            <a:ext cx="348557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também no ciclo clínico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9897" y="5536144"/>
            <a:ext cx="3485576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 para trocar o conteúdo pelo estágio da faculdade, ou usar os dois ao mesmo tempo.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643678" y="6025640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6025640"/>
            <a:ext cx="348557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 no computador e no celular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9897" y="6228344"/>
            <a:ext cx="3485576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conta, mesmos dados, e instala na tela inicial como aplicativo.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893015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O QUE ESTÁ DENTRO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1709624"/>
            <a:ext cx="9677845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TAMANHO DA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809930" y="2741599"/>
            <a:ext cx="1890102" cy="41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spc="-104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09930" y="3161740"/>
            <a:ext cx="189010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AULAS PRINCIPAIS</a:t>
            </a:r>
            <a:endParaRPr lang="en-US" sz="660" dirty="0"/>
          </a:p>
        </p:txBody>
      </p:sp>
      <p:sp>
        <p:nvSpPr>
          <p:cNvPr id="7" name="Text 4"/>
          <p:cNvSpPr txBox="1"/>
          <p:nvPr/>
        </p:nvSpPr>
        <p:spPr>
          <a:xfrm>
            <a:off x="3203828" y="2741599"/>
            <a:ext cx="1890256" cy="41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spc="-104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213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3203828" y="3161740"/>
            <a:ext cx="189025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TÓPICOS MARCÁVEIS</a:t>
            </a:r>
            <a:endParaRPr lang="en-US" sz="660" dirty="0"/>
          </a:p>
        </p:txBody>
      </p:sp>
      <p:sp>
        <p:nvSpPr>
          <p:cNvPr id="9" name="Text 6"/>
          <p:cNvSpPr txBox="1"/>
          <p:nvPr/>
        </p:nvSpPr>
        <p:spPr>
          <a:xfrm>
            <a:off x="5597880" y="2741599"/>
            <a:ext cx="1890102" cy="41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spc="-104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597880" y="3161740"/>
            <a:ext cx="189010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ÁREAS DA PROVA</a:t>
            </a:r>
            <a:endParaRPr lang="en-US" sz="660" dirty="0"/>
          </a:p>
        </p:txBody>
      </p:sp>
      <p:sp>
        <p:nvSpPr>
          <p:cNvPr id="11" name="Text 8"/>
          <p:cNvSpPr txBox="1"/>
          <p:nvPr/>
        </p:nvSpPr>
        <p:spPr>
          <a:xfrm>
            <a:off x="7991778" y="2741599"/>
            <a:ext cx="1890256" cy="412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spc="-104" kern="0" dirty="0">
                <a:solidFill>
                  <a:srgbClr val="FFB6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991778" y="3161740"/>
            <a:ext cx="189025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ESPECIALIDADES</a:t>
            </a:r>
            <a:endParaRPr lang="en-US" sz="660" dirty="0"/>
          </a:p>
        </p:txBody>
      </p:sp>
      <p:sp>
        <p:nvSpPr>
          <p:cNvPr id="13" name="Text 10"/>
          <p:cNvSpPr txBox="1"/>
          <p:nvPr/>
        </p:nvSpPr>
        <p:spPr>
          <a:xfrm>
            <a:off x="873472" y="3942939"/>
            <a:ext cx="263786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ESTUDO</a:t>
            </a:r>
            <a:endParaRPr lang="en-US" sz="660" dirty="0"/>
          </a:p>
        </p:txBody>
      </p:sp>
      <p:sp>
        <p:nvSpPr>
          <p:cNvPr id="14" name="Text 11"/>
          <p:cNvSpPr txBox="1"/>
          <p:nvPr/>
        </p:nvSpPr>
        <p:spPr>
          <a:xfrm>
            <a:off x="873472" y="4165140"/>
            <a:ext cx="2637865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Cronograma, revisão e cartões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73472" y="4454610"/>
            <a:ext cx="2637865" cy="75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Marcação por aula e por tópico, escada de revisão com prazos que você escolhe, flashcards próprios, importação do Anki e montagem de cartões a partir de um PDF.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4065389" y="3942939"/>
            <a:ext cx="263786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ROTINA</a:t>
            </a:r>
            <a:endParaRPr lang="en-US" sz="660" dirty="0"/>
          </a:p>
        </p:txBody>
      </p:sp>
      <p:sp>
        <p:nvSpPr>
          <p:cNvPr id="17" name="Text 14"/>
          <p:cNvSpPr txBox="1"/>
          <p:nvPr/>
        </p:nvSpPr>
        <p:spPr>
          <a:xfrm>
            <a:off x="4065389" y="4165140"/>
            <a:ext cx="2637865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Foco, agenda e metas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065389" y="4454610"/>
            <a:ext cx="2637865" cy="75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Cronômetro pomodoro que registra a sessão sozinho, semana com plantão e enfermaria, Google Agenda ao lado, simulados, provas resolvidas e hábitos.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7257306" y="3942939"/>
            <a:ext cx="263801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COMPANHIA</a:t>
            </a:r>
            <a:endParaRPr lang="en-US" sz="660" dirty="0"/>
          </a:p>
        </p:txBody>
      </p:sp>
      <p:sp>
        <p:nvSpPr>
          <p:cNvPr id="20" name="Text 17"/>
          <p:cNvSpPr txBox="1"/>
          <p:nvPr/>
        </p:nvSpPr>
        <p:spPr>
          <a:xfrm>
            <a:off x="7257306" y="4165140"/>
            <a:ext cx="2638019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Amigos, mentor e IA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257306" y="4454610"/>
            <a:ext cx="2638019" cy="58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Salas com ranking de horas e acerto, acompanhamento de mentor e um assistente que enxerga o progresso real antes de responder.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73472" y="5755815"/>
            <a:ext cx="921336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FFB6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CONTINUA DE GRAÇA</a:t>
            </a:r>
            <a:endParaRPr lang="en-US" sz="660" dirty="0"/>
          </a:p>
        </p:txBody>
      </p:sp>
      <p:sp>
        <p:nvSpPr>
          <p:cNvPr id="23" name="Text 20"/>
          <p:cNvSpPr txBox="1"/>
          <p:nvPr/>
        </p:nvSpPr>
        <p:spPr>
          <a:xfrm>
            <a:off x="873472" y="5978015"/>
            <a:ext cx="9213367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porta de entrada é aberta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73472" y="6267486"/>
            <a:ext cx="9213367" cy="41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cronograma completo com as 90 aulas e 213 tópicos, o cronômetro com pomodoro, o registro de sessões com questões e acertos e o backup do arquivo continuam gratuitos, para sempre. O plano paga o resto.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032581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PÚBLICO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1446347"/>
            <a:ext cx="4152860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QUEM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FERRAMENTA SERVE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162806"/>
            <a:ext cx="3893335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sua audiência é de medicina, provavelmente ela está em uma destas três situações. As três usam o mesmo painel, com o conteúdo trocado.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73472" y="3220825"/>
            <a:ext cx="3688382" cy="26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58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ESTÁ NO CURSINHO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73472" y="3527709"/>
            <a:ext cx="3688382" cy="60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Segue um cronograma pesado e precisa de um lugar que diga o que revisar hoje sem depender da memória. É o público que mais sente falta de revisão espaçada organizada.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73472" y="4676960"/>
            <a:ext cx="3688382" cy="26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58" kern="0" dirty="0">
                <a:solidFill>
                  <a:srgbClr val="35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ESTÁ NO INTERNATO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73472" y="4983843"/>
            <a:ext cx="3688382" cy="60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 plantão, enfermaria e ambulatório ocupando o dia. Precisa encaixar estudo nas horas que sobram, e é para isso que existe a rotina com blocos e o aviso do que está vencendo.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73472" y="6133094"/>
            <a:ext cx="3688382" cy="26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58" kern="0" dirty="0">
                <a:solidFill>
                  <a:srgbClr val="3EE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ESTÁ NO CICLO CLÍNICO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73472" y="6439978"/>
            <a:ext cx="3688382" cy="60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Ainda não está estudando para a prova, mas já quer organizar o conteúdo da faculdade. Troca o cronograma pelo do estágio, ou usa os dois ao mesmo tempo, e chega no cursinho com o histórico pronto.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13" name="Text 10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860433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PREÇO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8127148" y="759417"/>
            <a:ext cx="1772815" cy="225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b="1" spc="64" kern="0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PROMOÇÃO DE LANÇAMENTO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1719149"/>
            <a:ext cx="9677845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 SUA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AUDIÊNCIA PAGA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2435608"/>
            <a:ext cx="6488891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dois planos estão em preço de lançamento, e quem assina agora mantém o valor enquanto a assinatura ficar ativa. É o argumento mais forte para uma divulgação feita agora, e não daqui a seis meses.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09489" y="3601676"/>
            <a:ext cx="420758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MENSAL</a:t>
            </a:r>
            <a:endParaRPr lang="en-US" sz="660" dirty="0"/>
          </a:p>
        </p:txBody>
      </p:sp>
      <p:sp>
        <p:nvSpPr>
          <p:cNvPr id="8" name="Text 5"/>
          <p:cNvSpPr txBox="1"/>
          <p:nvPr/>
        </p:nvSpPr>
        <p:spPr>
          <a:xfrm>
            <a:off x="909489" y="3859893"/>
            <a:ext cx="476128" cy="24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trike="sngStrike" spc="-52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R$ 99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79649" y="3866144"/>
            <a:ext cx="655481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normal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909489" y="4344478"/>
            <a:ext cx="219822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60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12800" y="4096828"/>
            <a:ext cx="556607" cy="564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spc="-152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1843088" y="4401628"/>
            <a:ext cx="40331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mês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909489" y="4687378"/>
            <a:ext cx="420758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fidelidade, cancela quando quiser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5697438" y="3601676"/>
            <a:ext cx="420758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ANUAL</a:t>
            </a:r>
            <a:endParaRPr lang="en-US" sz="660" dirty="0"/>
          </a:p>
        </p:txBody>
      </p:sp>
      <p:sp>
        <p:nvSpPr>
          <p:cNvPr id="15" name="Text 12"/>
          <p:cNvSpPr txBox="1"/>
          <p:nvPr/>
        </p:nvSpPr>
        <p:spPr>
          <a:xfrm>
            <a:off x="5697438" y="3859893"/>
            <a:ext cx="571323" cy="24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trike="sngStrike" spc="-52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R$ 799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60021" y="3866144"/>
            <a:ext cx="655481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normal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697438" y="4344478"/>
            <a:ext cx="219822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60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R$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000750" y="4096828"/>
            <a:ext cx="834987" cy="564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spc="-152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250</a:t>
            </a:r>
            <a:endParaRPr 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6901309" y="4401628"/>
            <a:ext cx="37863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ano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697438" y="4687378"/>
            <a:ext cx="420758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07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por R$ 20,83 por mês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873472" y="5578709"/>
            <a:ext cx="428177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GARANTIA DE 7 DIAS</a:t>
            </a:r>
            <a:endParaRPr lang="en-US" sz="660" dirty="0"/>
          </a:p>
        </p:txBody>
      </p:sp>
      <p:sp>
        <p:nvSpPr>
          <p:cNvPr id="22" name="Text 19"/>
          <p:cNvSpPr txBox="1"/>
          <p:nvPr/>
        </p:nvSpPr>
        <p:spPr>
          <a:xfrm>
            <a:off x="873472" y="5800910"/>
            <a:ext cx="4281779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zero para quem compra pela sua indicação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73472" y="6090380"/>
            <a:ext cx="4281779" cy="58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pessoa não gostar, escreve dentro de sete dias e recebe </a:t>
            </a:r>
            <a:pPr algn="l" indent="0" marL="0">
              <a:lnSpc>
                <a:spcPct val="164999"/>
              </a:lnSpc>
              <a:buNone/>
            </a:pPr>
            <a:r>
              <a:rPr lang="en-US" sz="8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do dinheiro de volta</a:t>
            </a:r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precisar explicar o motivo. É o que você pode falar com tranquilidade no vídeo.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661422" y="5578709"/>
            <a:ext cx="4281779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 BARREIRA DE ENTRADA</a:t>
            </a:r>
            <a:endParaRPr lang="en-US" sz="660" dirty="0"/>
          </a:p>
        </p:txBody>
      </p:sp>
      <p:sp>
        <p:nvSpPr>
          <p:cNvPr id="25" name="Text 22"/>
          <p:cNvSpPr txBox="1"/>
          <p:nvPr/>
        </p:nvSpPr>
        <p:spPr>
          <a:xfrm>
            <a:off x="5661422" y="5800910"/>
            <a:ext cx="4281779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 para testar antes de pagar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661422" y="6090380"/>
            <a:ext cx="4281779" cy="41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cronograma completo, o cronômetro e o registro de sessões são gratuitos. Quem clicar no seu link consegue usar o painel de verdade antes de decidir.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28" name="Text 25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290727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A PARCERIA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1506028"/>
            <a:ext cx="4449482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NOSSA PARTE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222486"/>
            <a:ext cx="4375288" cy="69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contrato de exclusividade e sem pauta obrigatória. Você recebe um cupom seu, mostra a ferramenta do jeito que fizer sentido para o seu canal, e ganha por assinatura vendida.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73472" y="3280505"/>
            <a:ext cx="166752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COMISSÃO</a:t>
            </a:r>
            <a:endParaRPr lang="en-US" sz="660" dirty="0"/>
          </a:p>
        </p:txBody>
      </p:sp>
      <p:sp>
        <p:nvSpPr>
          <p:cNvPr id="7" name="Text 4"/>
          <p:cNvSpPr txBox="1"/>
          <p:nvPr/>
        </p:nvSpPr>
        <p:spPr>
          <a:xfrm>
            <a:off x="873472" y="3502706"/>
            <a:ext cx="1667521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por assinatura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3472" y="3792176"/>
            <a:ext cx="1667521" cy="1087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cada assinatura vendida com o seu cupom, em toda renovação enquanto a pessoa continuar assinando. O pagamento sai pela plataforma de pagamento, junto com o repasse do mês.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3123307" y="3280505"/>
            <a:ext cx="166767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CUPOM PRÓPRIO</a:t>
            </a:r>
            <a:endParaRPr lang="en-US" sz="660" dirty="0"/>
          </a:p>
        </p:txBody>
      </p:sp>
      <p:sp>
        <p:nvSpPr>
          <p:cNvPr id="10" name="Text 7"/>
          <p:cNvSpPr txBox="1"/>
          <p:nvPr/>
        </p:nvSpPr>
        <p:spPr>
          <a:xfrm>
            <a:off x="3123307" y="3502706"/>
            <a:ext cx="1667674" cy="445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código com o seu nome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123307" y="3973747"/>
            <a:ext cx="1667674" cy="92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Rastreável: dá para saber quantas contas vieram por ele. E ele pode liberar </a:t>
            </a:r>
            <a:pPr algn="l" indent="0" marL="0">
              <a:lnSpc>
                <a:spcPct val="164999"/>
              </a:lnSpc>
              <a:buNone/>
            </a:pPr>
            <a:r>
              <a:rPr lang="en-US" sz="8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dias de plano completo</a:t>
            </a:r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 sua audiência testar tudo antes de pagar.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73472" y="5442531"/>
            <a:ext cx="1667521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SEU ACESSO</a:t>
            </a:r>
            <a:endParaRPr lang="en-US" sz="660" dirty="0"/>
          </a:p>
        </p:txBody>
      </p:sp>
      <p:sp>
        <p:nvSpPr>
          <p:cNvPr id="13" name="Text 10"/>
          <p:cNvSpPr txBox="1"/>
          <p:nvPr/>
        </p:nvSpPr>
        <p:spPr>
          <a:xfrm>
            <a:off x="873472" y="5664732"/>
            <a:ext cx="1667521" cy="26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usa de graça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73472" y="5954203"/>
            <a:ext cx="1667521" cy="92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anual liberado na sua conta, para você falar da ferramenta usando a ferramenta. Ninguém indica bem o que não usou.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3123307" y="5442531"/>
            <a:ext cx="166767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FFB6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 PRONTO</a:t>
            </a:r>
            <a:endParaRPr lang="en-US" sz="660" dirty="0"/>
          </a:p>
        </p:txBody>
      </p:sp>
      <p:sp>
        <p:nvSpPr>
          <p:cNvPr id="16" name="Text 13"/>
          <p:cNvSpPr txBox="1"/>
          <p:nvPr/>
        </p:nvSpPr>
        <p:spPr>
          <a:xfrm>
            <a:off x="3123307" y="5664732"/>
            <a:ext cx="1667674" cy="445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 e roteiro se você quiser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123307" y="6135773"/>
            <a:ext cx="1667674" cy="75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4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Capturas em alta resolução, ícone, cores da marca e uma lista dos pontos que mais convertem. Usar é opcional: o texto é seu.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6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118579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CONTEÚDO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2566130"/>
            <a:ext cx="9677845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COSTUMA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FUNCIONAR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3282589"/>
            <a:ext cx="6488891" cy="49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Sugestões, não exigências. O que mais engaja no nosso caso é mostrar a tela resolvendo um problema que a audiência tem hoje, e não uma lista de recursos.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3138" y="3945618"/>
            <a:ext cx="333719" cy="40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15913" y="3945618"/>
            <a:ext cx="424575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 mostrando a sua semana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5913" y="4151894"/>
            <a:ext cx="4245755" cy="40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Abra a aba Rotina com o seu plantão de verdade e mostre onde sobra tempo. Funciona porque é o problema real de quem está no internato.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449095" y="3945618"/>
            <a:ext cx="333719" cy="40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5921871" y="3945618"/>
            <a:ext cx="424575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do "o que estudar hoje"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21871" y="4151894"/>
            <a:ext cx="4245755" cy="40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tela Hoje com as revisões vencendo responde em cinco segundos. É a demonstração mais curta que existe da ferramenta.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43138" y="4692884"/>
            <a:ext cx="333719" cy="40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115913" y="4692884"/>
            <a:ext cx="424575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de organização de estudo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913" y="4899160"/>
            <a:ext cx="4245755" cy="40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Encaixe o painel dentro de um vídeo que você já faria sobre método. A ferramenta aparece como meio, não como assunto.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5449095" y="4692884"/>
            <a:ext cx="333719" cy="40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B6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21871" y="4692884"/>
            <a:ext cx="424575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do ciclo clínico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21871" y="4899160"/>
            <a:ext cx="4245755" cy="40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que dá para usar antes do cursinho abre um público que ainda não se vê como concurseiro.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43138" y="5440150"/>
            <a:ext cx="333719" cy="40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94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15913" y="5440150"/>
            <a:ext cx="424575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 de amigos com a audiência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15913" y="5646426"/>
            <a:ext cx="4245755" cy="40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uma sala e chame quem te acompanha. O ranking dá motivo para voltar no dia seguinte.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5449095" y="5440150"/>
            <a:ext cx="333719" cy="40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F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921871" y="5440150"/>
            <a:ext cx="4245755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Cupom de teste no fim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21871" y="5646426"/>
            <a:ext cx="4245755" cy="40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 dias liberados tiram o atrito da decisão e deixam o resultado da campanha muito mais fácil de medir.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25" name="Text 22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denciamed/material/slides/parceria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3880" y="1070556"/>
            <a:ext cx="1032581" cy="20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spc="238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COMEÇAR</a:t>
            </a:r>
            <a:endParaRPr lang="en-US" sz="700" dirty="0"/>
          </a:p>
        </p:txBody>
      </p:sp>
      <p:sp>
        <p:nvSpPr>
          <p:cNvPr id="4" name="Text 1"/>
          <p:cNvSpPr txBox="1"/>
          <p:nvPr/>
        </p:nvSpPr>
        <p:spPr>
          <a:xfrm>
            <a:off x="647998" y="1938820"/>
            <a:ext cx="4375288" cy="63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PASSOS</a:t>
            </a:r>
            <a:endParaRPr lang="en-US" sz="2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100" b="1" spc="-46" kern="0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ESTÁ NO AR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43678" y="2745319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9897" y="2745319"/>
            <a:ext cx="39304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Escreva para a gente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9897" y="2948023"/>
            <a:ext cx="393043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 um e-mail para </a:t>
            </a:r>
            <a:pPr algn="l" indent="0" marL="0">
              <a:lnSpc>
                <a:spcPct val="154999"/>
              </a:lnSpc>
              <a:buNone/>
            </a:pPr>
            <a:r>
              <a:rPr lang="en-US" sz="86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suporte@cadenciamed.com</a:t>
            </a:r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o seu perfil e onde você publica.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643678" y="3466392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9897" y="3466392"/>
            <a:ext cx="39304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 o acesso e o cupom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79897" y="3669095"/>
            <a:ext cx="393043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anual liberado na sua conta e um código com o seu nome, no mesmo dia.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643678" y="4187464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79897" y="4187464"/>
            <a:ext cx="39304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ferramenta por uns dias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79897" y="4390168"/>
            <a:ext cx="393043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pressa e sem roteiro. Quando você tiver opinião de verdade, a divulgação sai sozinha.</a:t>
            </a:r>
            <a:endParaRPr lang="en-US" sz="860" dirty="0"/>
          </a:p>
        </p:txBody>
      </p:sp>
      <p:sp>
        <p:nvSpPr>
          <p:cNvPr id="14" name="Text 11"/>
          <p:cNvSpPr txBox="1"/>
          <p:nvPr/>
        </p:nvSpPr>
        <p:spPr>
          <a:xfrm>
            <a:off x="643678" y="4908536"/>
            <a:ext cx="296622" cy="370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403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79897" y="4908536"/>
            <a:ext cx="393043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Publique do seu jeito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79897" y="5111240"/>
            <a:ext cx="3930432" cy="42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4999"/>
              </a:lnSpc>
              <a:buNone/>
            </a:pPr>
            <a:r>
              <a:rPr lang="en-US" sz="86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gente acompanha quantas contas vieram pelo seu cupom e faz o repasse combinado.</a:t>
            </a:r>
            <a:endParaRPr lang="en-US" sz="860" dirty="0"/>
          </a:p>
        </p:txBody>
      </p:sp>
      <p:sp>
        <p:nvSpPr>
          <p:cNvPr id="17" name="Text 14"/>
          <p:cNvSpPr txBox="1"/>
          <p:nvPr/>
        </p:nvSpPr>
        <p:spPr>
          <a:xfrm>
            <a:off x="837456" y="5891099"/>
            <a:ext cx="3985004" cy="60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9999"/>
              </a:lnSpc>
              <a:buNone/>
            </a:pPr>
            <a:r>
              <a:rPr lang="en-US" sz="800" dirty="0">
                <a:solidFill>
                  <a:srgbClr val="B5A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condições desta proposta valem para o período de lançamento e podem ser ajustadas conversando. Se o seu formato for diferente do que está aqui, escreva assim mesmo.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255716" y="4153531"/>
            <a:ext cx="493189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CONTATO</a:t>
            </a:r>
            <a:endParaRPr lang="en-US" sz="660" dirty="0"/>
          </a:p>
        </p:txBody>
      </p:sp>
      <p:sp>
        <p:nvSpPr>
          <p:cNvPr id="19" name="Text 16"/>
          <p:cNvSpPr txBox="1"/>
          <p:nvPr/>
        </p:nvSpPr>
        <p:spPr>
          <a:xfrm>
            <a:off x="5255716" y="4375731"/>
            <a:ext cx="4931895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suporte@cadenciamed.com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255716" y="4666690"/>
            <a:ext cx="4931895" cy="26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5AC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cadenciamed.com.br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255716" y="5135499"/>
            <a:ext cx="778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72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30%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255716" y="5428839"/>
            <a:ext cx="77857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COMISSÃO</a:t>
            </a:r>
            <a:endParaRPr lang="en-US" sz="660" dirty="0"/>
          </a:p>
        </p:txBody>
      </p:sp>
      <p:sp>
        <p:nvSpPr>
          <p:cNvPr id="23" name="Text 20"/>
          <p:cNvSpPr txBox="1"/>
          <p:nvPr/>
        </p:nvSpPr>
        <p:spPr>
          <a:xfrm>
            <a:off x="6335613" y="5135499"/>
            <a:ext cx="566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72" kern="0" dirty="0">
                <a:solidFill>
                  <a:srgbClr val="35E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335613" y="5428839"/>
            <a:ext cx="56626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TESTE</a:t>
            </a:r>
            <a:endParaRPr lang="en-US" sz="660" dirty="0"/>
          </a:p>
        </p:txBody>
      </p:sp>
      <p:sp>
        <p:nvSpPr>
          <p:cNvPr id="25" name="Text 22"/>
          <p:cNvSpPr txBox="1"/>
          <p:nvPr/>
        </p:nvSpPr>
        <p:spPr>
          <a:xfrm>
            <a:off x="7209383" y="5135499"/>
            <a:ext cx="778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72" kern="0" dirty="0">
                <a:solidFill>
                  <a:srgbClr val="3EE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7d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209383" y="5428839"/>
            <a:ext cx="778575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" spc="145" kern="0" dirty="0">
                <a:solidFill>
                  <a:srgbClr val="807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GARANTIA</a:t>
            </a:r>
            <a:endParaRPr lang="en-US" sz="660" dirty="0"/>
          </a:p>
        </p:txBody>
      </p:sp>
      <p:sp>
        <p:nvSpPr>
          <p:cNvPr id="27" name="Text 24"/>
          <p:cNvSpPr txBox="1"/>
          <p:nvPr/>
        </p:nvSpPr>
        <p:spPr>
          <a:xfrm>
            <a:off x="647998" y="7157031"/>
            <a:ext cx="2086317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CADÊNCIA MED · PLANO DE PARCERIA</a:t>
            </a:r>
            <a:endParaRPr lang="en-US" sz="640" dirty="0"/>
          </a:p>
        </p:txBody>
      </p:sp>
      <p:sp>
        <p:nvSpPr>
          <p:cNvPr id="28" name="Text 25"/>
          <p:cNvSpPr txBox="1"/>
          <p:nvPr/>
        </p:nvSpPr>
        <p:spPr>
          <a:xfrm>
            <a:off x="9980563" y="7157031"/>
            <a:ext cx="65303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" spc="115" kern="0" dirty="0">
                <a:solidFill>
                  <a:srgbClr val="5850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Cadência Med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Cadência Med · plano de parceria</dc:title>
  <dc:subject>PptxGenJS Presentation</dc:subject>
  <dc:creator>PptxGenJS</dc:creator>
  <cp:lastModifiedBy>PptxGenJS</cp:lastModifiedBy>
  <cp:revision>1</cp:revision>
  <dcterms:created xsi:type="dcterms:W3CDTF">2026-09-10T10:23:51Z</dcterms:created>
  <dcterms:modified xsi:type="dcterms:W3CDTF">2026-09-10T10:23:51Z</dcterms:modified>
</cp:coreProperties>
</file>