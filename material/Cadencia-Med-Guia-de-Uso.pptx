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2825687"/>
            <a:ext cx="9270086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GUIA DE USO · VERSÃO 1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3165461"/>
            <a:ext cx="6303560" cy="94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O QUE A</a:t>
            </a:r>
            <a:endParaRPr lang="en-US" sz="3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35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3FD7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4AC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54BD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Ê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5FB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69A3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749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7E8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936F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9E62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FAZ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4280928"/>
            <a:ext cx="4152860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passeio por cada aba do painel, na ordem em que você vai usar. Do primeiro acesso ao dia da prova: o que cada tela resolve, onde ficam os botões e o que acontece depois de clicar.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5329422"/>
            <a:ext cx="920218" cy="33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80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7998" y="5648212"/>
            <a:ext cx="92021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AULAS PRONTAS</a:t>
            </a:r>
            <a:endParaRPr lang="en-US" sz="660" dirty="0"/>
          </a:p>
        </p:txBody>
      </p:sp>
      <p:sp>
        <p:nvSpPr>
          <p:cNvPr id="8" name="Text 5"/>
          <p:cNvSpPr txBox="1"/>
          <p:nvPr/>
        </p:nvSpPr>
        <p:spPr>
          <a:xfrm>
            <a:off x="1973312" y="5329422"/>
            <a:ext cx="495443" cy="33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80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973312" y="5648212"/>
            <a:ext cx="4954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TÓPICOS</a:t>
            </a:r>
            <a:endParaRPr lang="en-US" sz="660" dirty="0"/>
          </a:p>
        </p:txBody>
      </p:sp>
      <p:sp>
        <p:nvSpPr>
          <p:cNvPr id="10" name="Text 7"/>
          <p:cNvSpPr txBox="1"/>
          <p:nvPr/>
        </p:nvSpPr>
        <p:spPr>
          <a:xfrm>
            <a:off x="2886224" y="5329422"/>
            <a:ext cx="292943" cy="33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80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886224" y="5648212"/>
            <a:ext cx="292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ABAS</a:t>
            </a:r>
            <a:endParaRPr lang="en-US" sz="66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7157031"/>
            <a:ext cx="149951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SUPORTE@CADENCIAMED.COM</a:t>
            </a:r>
            <a:endParaRPr lang="en-US" sz="640" dirty="0"/>
          </a:p>
        </p:txBody>
      </p:sp>
      <p:sp>
        <p:nvSpPr>
          <p:cNvPr id="13" name="Text 10"/>
          <p:cNvSpPr txBox="1"/>
          <p:nvPr/>
        </p:nvSpPr>
        <p:spPr>
          <a:xfrm>
            <a:off x="8904536" y="7157031"/>
            <a:ext cx="117361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CADENCIAMED.COM.BR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807018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TEM AQUI DENTRO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640991"/>
            <a:ext cx="9677845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ABA,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PÁGINA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3556433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25872" y="3537383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Primeiro acesso</a:t>
            </a:r>
            <a:endParaRPr lang="en-US" sz="940" dirty="0"/>
          </a:p>
        </p:txBody>
      </p:sp>
      <p:sp>
        <p:nvSpPr>
          <p:cNvPr id="7" name="Text 4"/>
          <p:cNvSpPr txBox="1"/>
          <p:nvPr/>
        </p:nvSpPr>
        <p:spPr>
          <a:xfrm>
            <a:off x="2303711" y="3546908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conta, cupom e o que é de graça</a:t>
            </a:r>
            <a:endParaRPr lang="en-US" sz="820" dirty="0"/>
          </a:p>
        </p:txBody>
      </p:sp>
      <p:sp>
        <p:nvSpPr>
          <p:cNvPr id="8" name="Text 5"/>
          <p:cNvSpPr txBox="1"/>
          <p:nvPr/>
        </p:nvSpPr>
        <p:spPr>
          <a:xfrm>
            <a:off x="647998" y="3906328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25872" y="3887278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2303711" y="3896803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o conteúdo que o painel segue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256222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25872" y="4237172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2303711" y="4246697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metas, ritmo, agenda e o que registrar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4606117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025872" y="4587067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</a:t>
            </a:r>
            <a:endParaRPr lang="en-US" sz="940" dirty="0"/>
          </a:p>
        </p:txBody>
      </p:sp>
      <p:sp>
        <p:nvSpPr>
          <p:cNvPr id="16" name="Text 13"/>
          <p:cNvSpPr txBox="1"/>
          <p:nvPr/>
        </p:nvSpPr>
        <p:spPr>
          <a:xfrm>
            <a:off x="2303711" y="4596592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pomodoro, tempo corrido e sessão registrada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647998" y="4956012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4936962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Matérias</a:t>
            </a:r>
            <a:endParaRPr lang="en-US" sz="940" dirty="0"/>
          </a:p>
        </p:txBody>
      </p:sp>
      <p:sp>
        <p:nvSpPr>
          <p:cNvPr id="19" name="Text 16"/>
          <p:cNvSpPr txBox="1"/>
          <p:nvPr/>
        </p:nvSpPr>
        <p:spPr>
          <a:xfrm>
            <a:off x="2303711" y="4946487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cronograma inteiro, aula por aula</a:t>
            </a:r>
            <a:endParaRPr lang="en-US" sz="820" dirty="0"/>
          </a:p>
        </p:txBody>
      </p:sp>
      <p:sp>
        <p:nvSpPr>
          <p:cNvPr id="20" name="Text 17"/>
          <p:cNvSpPr txBox="1"/>
          <p:nvPr/>
        </p:nvSpPr>
        <p:spPr>
          <a:xfrm>
            <a:off x="647998" y="5305907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025872" y="5286857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Revisões</a:t>
            </a:r>
            <a:endParaRPr lang="en-US" sz="940" dirty="0"/>
          </a:p>
        </p:txBody>
      </p:sp>
      <p:sp>
        <p:nvSpPr>
          <p:cNvPr id="22" name="Text 19"/>
          <p:cNvSpPr txBox="1"/>
          <p:nvPr/>
        </p:nvSpPr>
        <p:spPr>
          <a:xfrm>
            <a:off x="2303711" y="5296382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escada espaçada, sem depender da memória</a:t>
            </a:r>
            <a:endParaRPr lang="en-US" sz="820" dirty="0"/>
          </a:p>
        </p:txBody>
      </p:sp>
      <p:sp>
        <p:nvSpPr>
          <p:cNvPr id="23" name="Text 20"/>
          <p:cNvSpPr txBox="1"/>
          <p:nvPr/>
        </p:nvSpPr>
        <p:spPr>
          <a:xfrm>
            <a:off x="647998" y="5655802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025872" y="5636752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Cartões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2303711" y="5646277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seus cartões, do Anki ou de um PDF</a:t>
            </a:r>
            <a:endParaRPr lang="en-US" sz="820" dirty="0"/>
          </a:p>
        </p:txBody>
      </p:sp>
      <p:sp>
        <p:nvSpPr>
          <p:cNvPr id="26" name="Text 23"/>
          <p:cNvSpPr txBox="1"/>
          <p:nvPr/>
        </p:nvSpPr>
        <p:spPr>
          <a:xfrm>
            <a:off x="5507980" y="3556433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5885855" y="3537383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Temas</a:t>
            </a:r>
            <a:endParaRPr lang="en-US" sz="940" dirty="0"/>
          </a:p>
        </p:txBody>
      </p:sp>
      <p:sp>
        <p:nvSpPr>
          <p:cNvPr id="28" name="Text 25"/>
          <p:cNvSpPr txBox="1"/>
          <p:nvPr/>
        </p:nvSpPr>
        <p:spPr>
          <a:xfrm>
            <a:off x="7163693" y="3546908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você está bem e onde está atrasado</a:t>
            </a:r>
            <a:endParaRPr lang="en-US" sz="820" dirty="0"/>
          </a:p>
        </p:txBody>
      </p:sp>
      <p:sp>
        <p:nvSpPr>
          <p:cNvPr id="29" name="Text 26"/>
          <p:cNvSpPr txBox="1"/>
          <p:nvPr/>
        </p:nvSpPr>
        <p:spPr>
          <a:xfrm>
            <a:off x="5507980" y="3906328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85855" y="3887278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Rotina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7163693" y="3896803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plantão, enfermaria, aula e estudo no mesmo mapa</a:t>
            </a:r>
            <a:endParaRPr lang="en-US" sz="820" dirty="0"/>
          </a:p>
        </p:txBody>
      </p:sp>
      <p:sp>
        <p:nvSpPr>
          <p:cNvPr id="32" name="Text 29"/>
          <p:cNvSpPr txBox="1"/>
          <p:nvPr/>
        </p:nvSpPr>
        <p:spPr>
          <a:xfrm>
            <a:off x="5507980" y="4256222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5885855" y="4237172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Amigos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7163693" y="4246697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salas, ranking e quem está estudando agora</a:t>
            </a:r>
            <a:endParaRPr lang="en-US" sz="820" dirty="0"/>
          </a:p>
        </p:txBody>
      </p:sp>
      <p:sp>
        <p:nvSpPr>
          <p:cNvPr id="35" name="Text 32"/>
          <p:cNvSpPr txBox="1"/>
          <p:nvPr/>
        </p:nvSpPr>
        <p:spPr>
          <a:xfrm>
            <a:off x="5507980" y="4606117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5885855" y="4587067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</a:t>
            </a:r>
            <a:endParaRPr lang="en-US" sz="940" dirty="0"/>
          </a:p>
        </p:txBody>
      </p:sp>
      <p:sp>
        <p:nvSpPr>
          <p:cNvPr id="37" name="Text 34"/>
          <p:cNvSpPr txBox="1"/>
          <p:nvPr/>
        </p:nvSpPr>
        <p:spPr>
          <a:xfrm>
            <a:off x="7163693" y="4596592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acompanhamento de médio prazo</a:t>
            </a:r>
            <a:endParaRPr lang="en-US" sz="820" dirty="0"/>
          </a:p>
        </p:txBody>
      </p:sp>
      <p:sp>
        <p:nvSpPr>
          <p:cNvPr id="38" name="Text 35"/>
          <p:cNvSpPr txBox="1"/>
          <p:nvPr/>
        </p:nvSpPr>
        <p:spPr>
          <a:xfrm>
            <a:off x="5507980" y="4956012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5885855" y="4936962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Progresso</a:t>
            </a:r>
            <a:endParaRPr lang="en-US" sz="940" dirty="0"/>
          </a:p>
        </p:txBody>
      </p:sp>
      <p:sp>
        <p:nvSpPr>
          <p:cNvPr id="40" name="Text 37"/>
          <p:cNvSpPr txBox="1"/>
          <p:nvPr/>
        </p:nvSpPr>
        <p:spPr>
          <a:xfrm>
            <a:off x="7163693" y="4946487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gráficos, aparência e backup</a:t>
            </a:r>
            <a:endParaRPr lang="en-US" sz="820" dirty="0"/>
          </a:p>
        </p:txBody>
      </p:sp>
      <p:sp>
        <p:nvSpPr>
          <p:cNvPr id="41" name="Text 38"/>
          <p:cNvSpPr txBox="1"/>
          <p:nvPr/>
        </p:nvSpPr>
        <p:spPr>
          <a:xfrm>
            <a:off x="5507980" y="5305907"/>
            <a:ext cx="259525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-3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5885855" y="5286857"/>
            <a:ext cx="1186488" cy="22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</a:t>
            </a:r>
            <a:endParaRPr lang="en-US" sz="940" dirty="0"/>
          </a:p>
        </p:txBody>
      </p:sp>
      <p:sp>
        <p:nvSpPr>
          <p:cNvPr id="43" name="Text 40"/>
          <p:cNvSpPr txBox="1"/>
          <p:nvPr/>
        </p:nvSpPr>
        <p:spPr>
          <a:xfrm>
            <a:off x="7163693" y="5296382"/>
            <a:ext cx="2966679" cy="23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com o seu progresso na mão</a:t>
            </a:r>
            <a:endParaRPr lang="en-US" sz="820" dirty="0"/>
          </a:p>
        </p:txBody>
      </p:sp>
      <p:sp>
        <p:nvSpPr>
          <p:cNvPr id="44" name="Text 41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45" name="Text 42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720867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PRIMEIRO ACESSO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412093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CONTA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ENTRAR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3128552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conta é o que guarda o seu estudo e leva de um aparelho para o outro. Criar leva menos de um minuto, e o cronograma com as 90 aulas e 213 tópicos, o cronômetro e o registro das sessões são </a:t>
            </a:r>
            <a:pPr algn="l" indent="0" marL="0">
              <a:lnSpc>
                <a:spcPct val="162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graça, para sempre</a:t>
            </a:r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418463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4184636"/>
            <a:ext cx="297679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Abra o site e clique em Criar minha conta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387340"/>
            <a:ext cx="2976796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topo da página fica o atalho para quem já tem conta.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707618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707618"/>
            <a:ext cx="3097591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Escreva nome, e-mail e senha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910322"/>
            <a:ext cx="3097591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 mesmo e-mail que você vai usar na hora de assinar.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2306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230600"/>
            <a:ext cx="292253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Recebeu um cupom? Escreva no campo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433304"/>
            <a:ext cx="2922530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 libera o plano completo assim que a conta é criada.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753582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753582"/>
            <a:ext cx="2569343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Pronto: já dá para marcar a primeira aula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5956286"/>
            <a:ext cx="2569343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 precisa ser configurado antes.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290727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CRONOGRAMA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9536524" y="759417"/>
            <a:ext cx="363440" cy="225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b="1" spc="64" kern="0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073658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RESIDÊNCIA,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CLÍNICO, OU OS DOIS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2790117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no painel sai daqui: as matérias que aparecem, as revisões que vencem, o radar por área e o que o assistente enxerga. </a:t>
            </a:r>
            <a:pPr algn="l" indent="0" marL="0">
              <a:lnSpc>
                <a:spcPct val="162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uma vez e pode trocar quando quiser</a:t>
            </a:r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perder o que já marcou.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3678" y="384620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384620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Residência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9897" y="4048905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cronograma que já vem pronto, com as 90 aulas divididas nas cinco áreas da prova.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643678" y="453840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53840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clínico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79897" y="47411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Envie o conteúdo do estágio que você está cursando. Ele entra no lugar das aulas da residência nas áreas enviadas.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643678" y="52306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23060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dois juntos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79897" y="54333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aulas da residência continuam e as do ciclo clínico entram junto. Nenhuma das listas se perde.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643678" y="59228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592280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organiza o material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79897" y="61255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 o texto ou mande o PDF: ela separa em aulas, classifica nas cinco áreas e você confere antes de valer.</a:t>
            </a:r>
            <a:endParaRPr lang="en-US" sz="860" dirty="0"/>
          </a:p>
        </p:txBody>
      </p:sp>
      <p:sp>
        <p:nvSpPr>
          <p:cNvPr id="19" name="Text 16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20" name="Text 17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774436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HOJE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176498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PAINEL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SEU DIA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892957"/>
            <a:ext cx="3856238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primeira tela depois de entrar. Ela responde três perguntas de uma vez: quanto você já fez hoje, o que está vencendo e se o seu ritmo fecha o cronograma antes da prova.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74351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74351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quatro anéis do topo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3946213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Minutos de hoje, da semana, questões e dias seguidos sem falhar, cada um contra a sua meta.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435709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435709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Ritmo e projeção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638413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Quantas aulas por semana você está fazendo e quantas precisaria fazer para fechar a tempo.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127909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127909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agenda de hoje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330613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blocos da rotina que caem neste dia, com o que está acontecendo agora em destaque.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820108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820108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sessão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022812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o que acabou de estudar: tempo, questões e acertos entram nas estatísticas na hora.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774436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FOCO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073658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CRONÔMETRO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VIRA DADO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790117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Pomodoro com ciclos configuráveis ou tempo corrido, do seu jeito. Ao parar, a sessão já sai registrada com a matéria escolhida, e o tempo entra no seu ritmo e na projeção até a prova.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84620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84620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a matéria antes de começar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048905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tempo fica preso àquela aula, e depois aparece no histórico dela.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53840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53840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Pomodoro ou tempo corrido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7411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Foco, pausa curta, pausa longa e quantos ciclos até a pausa longa: tudo ajustável.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2306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23060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estilos de relógio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4333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Anel, dígitos, barra ou minimalista, com as cores de foco e de pausa que você escolher.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9228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92280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Parou, virou estatística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1255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digitar nada duas vezes: o que o cronômetro contou já conta no painel.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118579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MATÉRIAS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158341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MARCAR AULA,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 E ANOTAÇÃO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874800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lista completa do que você tem para estudar, agrupada por área e especialidade. Cada aula tem os tópicos dentro dela, o seu desempenho e um espaço de anotação com texto formatado e imagem.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308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30884"/>
            <a:ext cx="32088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a aula quando terminar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33588"/>
            <a:ext cx="3208882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 marcação que dispara a escada de revisão daquela aula.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45386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453866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os tópicos separados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656570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213 no total, para você saber exatamente o que já viu dentro de cada aula.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14606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146066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Classifique o seu desempenho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348770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Acima de 80%, entre 61 e 79% ou abaixo de 60%: é isso que pinta o radar em Temas.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838265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838265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Anote dentro da aula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040969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Negrito, cor, marca-texto, imagem colada e exportação em PDF ou para o Drive.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118579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REVISÕES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158341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REVISÃO VOLTA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HORA CERTA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874800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aula marcada entra numa escada de revisão. O que vence aparece em Hoje, no dia, e você não precisa lembrar de nada. Se a escada padrão não é a sua, escreva os prazos que você usa.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308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30884"/>
            <a:ext cx="333534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aula ganha uma escada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33588"/>
            <a:ext cx="3335348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degraus contam a partir do dia em que você marcou a aula.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45386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453866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venceu sobe para o topo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656570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lista é ordenada pelo atraso, então a primeira linha é sempre a mais urgente.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14606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146066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o degrau ao revisar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348770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toque e ele fica verde. Marcou sem querer? Desmarcar volta atrás.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838265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838265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Troque o esquema quando quiser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040969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Padrão, enxuto ou os dias que você escrever, de um a oito degraus.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032581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CARTÕES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261033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FLASHCARDS COM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REPETIÇÃO ESPAÇADA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977491"/>
            <a:ext cx="3856238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Faça os seus, traga um baralho do Anki ou monte os cartões a partir de um PDF ou de um Word. Cada resposta decide quando aquele cartão volta, e a fila do dia aparece no menu.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82804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82804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em pastas e baralhos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030748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pasta por área, um baralho por especialidade, do jeito que fizer sentido para você.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52024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52024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com IA a partir de um arquivo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722947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Mande o PDF da aula e receba os cartões prontos para revisar antes de aceitar.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212443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212443"/>
            <a:ext cx="304455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 o que você já tem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415147"/>
            <a:ext cx="3044552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 .apkg do Anki, com as imagens que vierem junto.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735425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735425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Responda e o prazo se ajusta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5938129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Errei, difícil, bom ou fácil: o intervalo cresce ou encolhe conforme a sua resposta.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860433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TEMAS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327559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RADAR DAS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SUAS CINCO ÁREAS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3044017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visão de cima do seu estudo. Cada especialidade mostra quanto já foi feito, quanto tempo você investiu e quantas aulas ficaram com desempenho baixo, para a próxima escolha não ser no chute.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4100102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4100102"/>
            <a:ext cx="292866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barra por especialidade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302806"/>
            <a:ext cx="2928662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Feitas contra o total, na cor da área a que ela pertence.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6230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623084"/>
            <a:ext cx="3007761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tempo que cada uma levou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825788"/>
            <a:ext cx="3007761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Somado das sessões que você registrou naquelas aulas.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14606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146066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aulas fracas em destaque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348770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que você classificou abaixo de 60% aparecem contadas, para virarem prioridade.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838265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838265"/>
            <a:ext cx="252795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direto daqui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040969"/>
            <a:ext cx="2527954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 para atualizar a aula sem sair da visão geral.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946584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ROTINA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073658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SEMANA QUE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REALMENTE TEM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790117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a sua semana com os blocos que se repetem e os compromissos com data. É o que faz o painel saber quando você tem tempo livre, e é o que o assistente lê antes de sugerir qualquer coisa.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84620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84620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Blocos que se repetem toda semana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048905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Plantão, enfermaria, aula, estudo, questões, descanso ou pessoal, cada um com a sua cor.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53840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53840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Compromissos com data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7411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Prova, simulado, viagem: entram só naquele dia, sem sujar a semana toda.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2306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23060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como cumprido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4333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bloco fica riscado no dia, e o histórico guarda cada data separadamente.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92280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922800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Agenda ao lado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125504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Sincronize a agenda para os blocos aparecerem no seu calendário de sempre.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946584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AMIGOS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158341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ESTUDAR JUNTO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 MAIS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874800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um nome e uma senha com quem estuda com você e abram uma sala. Horas, questões e acerto de todo mundo no mesmo ranking, e quem está estudando naquele momento aparece aceso.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308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3088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ou entre numa sala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33588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precisa do nome e da senha combinados. Nada de convite por e-mail.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6230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62308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ranking sai do que já foi registrado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825788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Ninguém precisa lançar nada duas vezes: são as suas sessões de sempre.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315283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315283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está online aparece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517987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pontinho aceso ao lado do nome de quem está estudando agora.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6007483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6007483"/>
            <a:ext cx="322712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 ficar fora do ranking?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210187"/>
            <a:ext cx="3227124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 para continuar na sala com os seus números escondidos.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860433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METAS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158341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SIMULADOS, PROVAS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HÁBITOS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874800"/>
            <a:ext cx="3856238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ficam as coisas que não são do dia: as janelas de simulado, as provas antigas que você resolveu e os hábitos que sustentam o resto. É o lugar de olhar uma vez por semana.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308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3088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Janelas de simulado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33588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datas ficam marcadas, e você registra o resultado de cada uma.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62308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62308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Provas resolvidas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825788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Instituição, data, questões e acertos: o histórico mostra a curva ao longo dos meses.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315283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315283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Hábitos do dia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517987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por padrão, e você troca por quantos quiser. O calendário mostra a sequência.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6007483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6007483"/>
            <a:ext cx="2990593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Exportar a agenda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210187"/>
            <a:ext cx="2990593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 a sua rotina para outro calendário quando precisar.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6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204729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PROGRESSO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345716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CURVA DO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SEMESTRE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3062174"/>
            <a:ext cx="3856238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gráficos de tempo e de questões ao longo das semanas, o total acumulado e a conta. É também onde ficam a aparência do painel e o backup do seu arquivo.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12727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12727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e questões por semana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15431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curvas simples, que mostram constância melhor do que qualquer número solto.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604927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604927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a cara do painel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807631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pares de cor prontos, cor própria, cinco fontes e três tamanhos de texto.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29712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297126"/>
            <a:ext cx="327863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Baixe o seu backup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499830"/>
            <a:ext cx="3278630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arquivo com tudo, que volta inteiro em qualquer aparelho.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820108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820108"/>
            <a:ext cx="3023397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 e sincronização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022812"/>
            <a:ext cx="3023397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Entrar, sair e ver quando foi o último envio para a nuvem.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6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290727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ASSISTENTE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261033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IA QUE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 SABE ONDE VOCÊ PAROU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977491"/>
            <a:ext cx="3856238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 de um chat comum, ele enxerga o seu progresso, as revisões atrasadas e a sua rotina antes de responder. E o que você contar por escrito ele registra no painel.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82804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82804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o que estudar hoje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030748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resposta sai das revisões vencidas, das áreas fracas e do tempo livre da semana.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52024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520244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 o que acabou de fazer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722947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"Fiz 30 questões de pré-eclâmpsia, acertei 27" vira uma sessão registrada.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212443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212443"/>
            <a:ext cx="29226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Peça para agendar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415147"/>
            <a:ext cx="2922684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 adiciona blocos na rotina e pendências na sua lista.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735425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735425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 parte do plano completo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5938129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chave da IA fica no servidor e nunca passa pelo seu navegador.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6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290727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NO CELULAR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345716"/>
            <a:ext cx="385623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PAINEL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BOLSO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3062174"/>
            <a:ext cx="3856238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existe aplicativo para baixar na loja: o site já é o aplicativo. Abra no navegador do celular e instale na tela inicial, e ele passa a abrir em tela cheia, com ícone próprio.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12727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12727"/>
            <a:ext cx="3048537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iPhone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15431"/>
            <a:ext cx="3048537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Safari, botão de compartilhar, "Adicionar à Tela de Início".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435709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435709"/>
            <a:ext cx="2694737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Android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638413"/>
            <a:ext cx="2694737" cy="25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Chrome, menu de três pontos, "Instalar aplicativo".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495869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495869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sincronizado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161395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você marca no computador aparece no celular, e o contrário também.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565089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650891"/>
            <a:ext cx="341138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sem internet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5853595"/>
            <a:ext cx="341138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painel abre e guarda o que você fizer; a sincronização acontece quando a rede volta.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6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guia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720867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PLANO E SUPORTE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8127148" y="759417"/>
            <a:ext cx="1772815" cy="225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b="1" spc="64" kern="0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PROMOÇÃO DE LANÇAMENTO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133338"/>
            <a:ext cx="4449482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DE GRAÇA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O QUE É DO PLANO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873472" y="3129296"/>
            <a:ext cx="164897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GRAÇA, PARA SEMPRE</a:t>
            </a:r>
            <a:endParaRPr lang="en-US" sz="660" dirty="0"/>
          </a:p>
        </p:txBody>
      </p:sp>
      <p:sp>
        <p:nvSpPr>
          <p:cNvPr id="7" name="Text 4"/>
          <p:cNvSpPr txBox="1"/>
          <p:nvPr/>
        </p:nvSpPr>
        <p:spPr>
          <a:xfrm>
            <a:off x="873472" y="3351496"/>
            <a:ext cx="1648972" cy="111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cronograma com as 90 aulas e 213 tópicos para marcar, o cronômetro com pomodoro, o registro das sessões com questões e acertos, e o backup do seu arquivo.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3141315" y="3129296"/>
            <a:ext cx="164912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PLANO COMPLETO</a:t>
            </a:r>
            <a:endParaRPr lang="en-US" sz="660" dirty="0"/>
          </a:p>
        </p:txBody>
      </p:sp>
      <p:sp>
        <p:nvSpPr>
          <p:cNvPr id="9" name="Text 6"/>
          <p:cNvSpPr txBox="1"/>
          <p:nvPr/>
        </p:nvSpPr>
        <p:spPr>
          <a:xfrm>
            <a:off x="3141315" y="3351496"/>
            <a:ext cx="1649126" cy="94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Flashcards, escada de revisão, radar por especialidade, rotina com Google Agenda, salas de amigos, metas, assistente de IA e sincronização entre aparelhos.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73472" y="5091148"/>
            <a:ext cx="164897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MENSAL</a:t>
            </a:r>
            <a:endParaRPr lang="en-US" sz="660" dirty="0"/>
          </a:p>
        </p:txBody>
      </p:sp>
      <p:sp>
        <p:nvSpPr>
          <p:cNvPr id="11" name="Text 8"/>
          <p:cNvSpPr txBox="1"/>
          <p:nvPr/>
        </p:nvSpPr>
        <p:spPr>
          <a:xfrm>
            <a:off x="873472" y="5319599"/>
            <a:ext cx="402701" cy="222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trike="sngStrike" spc="-44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R$ 99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54336" y="5313349"/>
            <a:ext cx="655481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normal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873472" y="5700599"/>
            <a:ext cx="190543" cy="24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52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30350" y="5519624"/>
            <a:ext cx="43964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20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629073" y="5738699"/>
            <a:ext cx="40331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mês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3472" y="5990517"/>
            <a:ext cx="16489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assinar agora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3141315" y="5091148"/>
            <a:ext cx="164912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ANUAL</a:t>
            </a:r>
            <a:endParaRPr lang="en-US" sz="660" dirty="0"/>
          </a:p>
        </p:txBody>
      </p:sp>
      <p:sp>
        <p:nvSpPr>
          <p:cNvPr id="18" name="Text 15"/>
          <p:cNvSpPr txBox="1"/>
          <p:nvPr/>
        </p:nvSpPr>
        <p:spPr>
          <a:xfrm>
            <a:off x="3141315" y="5319599"/>
            <a:ext cx="483179" cy="222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trike="sngStrike" spc="-44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R$ 799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700314" y="5313349"/>
            <a:ext cx="655481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normal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141315" y="5700599"/>
            <a:ext cx="190543" cy="24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-52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398193" y="5519624"/>
            <a:ext cx="659313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20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250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4110186" y="5738699"/>
            <a:ext cx="37863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ano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3141315" y="5990517"/>
            <a:ext cx="164912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assinar agora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949255" y="2333661"/>
            <a:ext cx="1803492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72" kern="0" dirty="0">
                <a:solidFill>
                  <a:srgbClr val="3EE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 DE 7 DIAS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17356" y="2734901"/>
            <a:ext cx="4430167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Assine, use tudo e veja se serve para você. Se não gostar, escreva dentro de 7 dias e devolvemos </a:t>
            </a:r>
            <a:pPr algn="l" indent="0" marL="0">
              <a:lnSpc>
                <a:spcPct val="169999"/>
              </a:lnSpc>
              <a:buNone/>
            </a:pPr>
            <a:r>
              <a:rPr lang="en-US" sz="8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do dinheiro</a:t>
            </a:r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precisar explicar o motivo.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517356" y="3819412"/>
            <a:ext cx="44301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FALAR COM A GENTE</a:t>
            </a:r>
            <a:endParaRPr lang="en-US" sz="660" dirty="0"/>
          </a:p>
        </p:txBody>
      </p:sp>
      <p:sp>
        <p:nvSpPr>
          <p:cNvPr id="27" name="Text 24"/>
          <p:cNvSpPr txBox="1"/>
          <p:nvPr/>
        </p:nvSpPr>
        <p:spPr>
          <a:xfrm>
            <a:off x="5517356" y="4077629"/>
            <a:ext cx="4430167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suporte@cadenciamed.com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517356" y="4421570"/>
            <a:ext cx="4430167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Dúvida de uso, problema para entrar, pedido de estorno ou sugestão do que falta no painel. Responde uma pessoa, não um robô.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5517356" y="5208574"/>
            <a:ext cx="4430167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Recebeu um cupom de um criador que você acompanha? Escreva o código no campo </a:t>
            </a:r>
            <a:pPr algn="l" indent="0" marL="0">
              <a:lnSpc>
                <a:spcPct val="169999"/>
              </a:lnSpc>
              <a:buNone/>
            </a:pPr>
            <a:r>
              <a:rPr lang="en-US" sz="8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cupom</a:t>
            </a:r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 criar a conta e o plano completo abre na hora.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47998" y="7157031"/>
            <a:ext cx="169511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GUIA DE USO</a:t>
            </a:r>
            <a:endParaRPr lang="en-US" sz="640" dirty="0"/>
          </a:p>
        </p:txBody>
      </p:sp>
      <p:sp>
        <p:nvSpPr>
          <p:cNvPr id="31" name="Text 28"/>
          <p:cNvSpPr txBox="1"/>
          <p:nvPr/>
        </p:nvSpPr>
        <p:spPr>
          <a:xfrm>
            <a:off x="9917311" y="7157031"/>
            <a:ext cx="13045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Cadência Med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Cadência Med · guia de uso</dc:title>
  <dc:subject>PptxGenJS Presentation</dc:subject>
  <dc:creator>PptxGenJS</dc:creator>
  <cp:lastModifiedBy>PptxGenJS</cp:lastModifiedBy>
  <cp:revision>1</cp:revision>
  <dcterms:created xsi:type="dcterms:W3CDTF">2026-09-10T10:23:44Z</dcterms:created>
  <dcterms:modified xsi:type="dcterms:W3CDTF">2026-09-10T10:23:44Z</dcterms:modified>
</cp:coreProperties>
</file>